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B_E1CE0E7A.xml" ContentType="application/vnd.ms-powerpoint.comment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  <p:sldMasterId id="2147483655" r:id="rId3"/>
  </p:sldMasterIdLst>
  <p:notesMasterIdLst>
    <p:notesMasterId r:id="rId12"/>
  </p:notesMasterIdLst>
  <p:sldIdLst>
    <p:sldId id="256" r:id="rId4"/>
    <p:sldId id="266" r:id="rId5"/>
    <p:sldId id="269" r:id="rId6"/>
    <p:sldId id="270" r:id="rId7"/>
    <p:sldId id="277" r:id="rId8"/>
    <p:sldId id="263" r:id="rId9"/>
    <p:sldId id="267" r:id="rId10"/>
    <p:sldId id="264" r:id="rId11"/>
  </p:sldIdLst>
  <p:sldSz cx="12192000" cy="6858000"/>
  <p:notesSz cx="6858000" cy="9144000"/>
  <p:embeddedFontLst>
    <p:embeddedFont>
      <p:font typeface="Helvetica Neue Light" panose="020B0604020202020204" charset="0"/>
      <p:regular r:id="rId13"/>
      <p:bold r:id="rId14"/>
      <p:italic r:id="rId15"/>
      <p:boldItalic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kTFX3+8mBVwDDXnokH0p1NxVVS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1CEA71-D792-6BCC-1CC8-9219C1B58129}" name="Pabla Francisca Pastene Izarraulde" initials="" userId="S::pabla.pastene@uai.cl::ec78fe45-23e7-4127-b7d4-d79dd858fb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6B27C-ADE4-4766-A96D-493CC6A7A5C4}" v="5" dt="2024-03-18T20:55:57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4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Duarte" userId="aab4dbb5-f14b-4340-95c3-979cba293301" providerId="ADAL" clId="{E556B27C-ADE4-4766-A96D-493CC6A7A5C4}"/>
    <pc:docChg chg="delSld modSld sldOrd">
      <pc:chgData name="Gabriel Duarte" userId="aab4dbb5-f14b-4340-95c3-979cba293301" providerId="ADAL" clId="{E556B27C-ADE4-4766-A96D-493CC6A7A5C4}" dt="2024-03-18T21:06:36.622" v="18"/>
      <pc:docMkLst>
        <pc:docMk/>
      </pc:docMkLst>
      <pc:sldChg chg="setBg">
        <pc:chgData name="Gabriel Duarte" userId="aab4dbb5-f14b-4340-95c3-979cba293301" providerId="ADAL" clId="{E556B27C-ADE4-4766-A96D-493CC6A7A5C4}" dt="2024-03-18T00:02:28.471" v="2"/>
        <pc:sldMkLst>
          <pc:docMk/>
          <pc:sldMk cId="0" sldId="256"/>
        </pc:sldMkLst>
      </pc:sldChg>
      <pc:sldChg chg="addSp modSp">
        <pc:chgData name="Gabriel Duarte" userId="aab4dbb5-f14b-4340-95c3-979cba293301" providerId="ADAL" clId="{E556B27C-ADE4-4766-A96D-493CC6A7A5C4}" dt="2024-03-18T19:21:11.471" v="3" actId="164"/>
        <pc:sldMkLst>
          <pc:docMk/>
          <pc:sldMk cId="0" sldId="263"/>
        </pc:sldMkLst>
        <pc:grpChg chg="add mod">
          <ac:chgData name="Gabriel Duarte" userId="aab4dbb5-f14b-4340-95c3-979cba293301" providerId="ADAL" clId="{E556B27C-ADE4-4766-A96D-493CC6A7A5C4}" dt="2024-03-18T19:21:11.471" v="3" actId="164"/>
          <ac:grpSpMkLst>
            <pc:docMk/>
            <pc:sldMk cId="0" sldId="263"/>
            <ac:grpSpMk id="2" creationId="{679F6257-8F67-5DED-3473-57DDF56124BF}"/>
          </ac:grpSpMkLst>
        </pc:grpChg>
        <pc:picChg chg="mod">
          <ac:chgData name="Gabriel Duarte" userId="aab4dbb5-f14b-4340-95c3-979cba293301" providerId="ADAL" clId="{E556B27C-ADE4-4766-A96D-493CC6A7A5C4}" dt="2024-03-18T19:21:11.471" v="3" actId="164"/>
          <ac:picMkLst>
            <pc:docMk/>
            <pc:sldMk cId="0" sldId="263"/>
            <ac:picMk id="151" creationId="{00000000-0000-0000-0000-000000000000}"/>
          </ac:picMkLst>
        </pc:picChg>
        <pc:picChg chg="mod">
          <ac:chgData name="Gabriel Duarte" userId="aab4dbb5-f14b-4340-95c3-979cba293301" providerId="ADAL" clId="{E556B27C-ADE4-4766-A96D-493CC6A7A5C4}" dt="2024-03-18T19:21:11.471" v="3" actId="164"/>
          <ac:picMkLst>
            <pc:docMk/>
            <pc:sldMk cId="0" sldId="263"/>
            <ac:picMk id="152" creationId="{00000000-0000-0000-0000-000000000000}"/>
          </ac:picMkLst>
        </pc:picChg>
      </pc:sldChg>
      <pc:sldChg chg="modSp mod">
        <pc:chgData name="Gabriel Duarte" userId="aab4dbb5-f14b-4340-95c3-979cba293301" providerId="ADAL" clId="{E556B27C-ADE4-4766-A96D-493CC6A7A5C4}" dt="2024-03-18T20:56:27.795" v="16" actId="1076"/>
        <pc:sldMkLst>
          <pc:docMk/>
          <pc:sldMk cId="664461649" sldId="266"/>
        </pc:sldMkLst>
        <pc:spChg chg="mod">
          <ac:chgData name="Gabriel Duarte" userId="aab4dbb5-f14b-4340-95c3-979cba293301" providerId="ADAL" clId="{E556B27C-ADE4-4766-A96D-493CC6A7A5C4}" dt="2024-03-18T20:56:27.795" v="16" actId="1076"/>
          <ac:spMkLst>
            <pc:docMk/>
            <pc:sldMk cId="664461649" sldId="266"/>
            <ac:spMk id="82" creationId="{00000000-0000-0000-0000-000000000000}"/>
          </ac:spMkLst>
        </pc:spChg>
      </pc:sldChg>
      <pc:sldChg chg="mod modShow">
        <pc:chgData name="Gabriel Duarte" userId="aab4dbb5-f14b-4340-95c3-979cba293301" providerId="ADAL" clId="{E556B27C-ADE4-4766-A96D-493CC6A7A5C4}" dt="2024-03-18T20:56:06.188" v="12" actId="729"/>
        <pc:sldMkLst>
          <pc:docMk/>
          <pc:sldMk cId="3788377722" sldId="267"/>
        </pc:sldMkLst>
      </pc:sldChg>
      <pc:sldChg chg="ord">
        <pc:chgData name="Gabriel Duarte" userId="aab4dbb5-f14b-4340-95c3-979cba293301" providerId="ADAL" clId="{E556B27C-ADE4-4766-A96D-493CC6A7A5C4}" dt="2024-03-18T21:06:36.622" v="18"/>
        <pc:sldMkLst>
          <pc:docMk/>
          <pc:sldMk cId="1380320290" sldId="269"/>
        </pc:sldMkLst>
      </pc:sldChg>
      <pc:sldChg chg="del">
        <pc:chgData name="Gabriel Duarte" userId="aab4dbb5-f14b-4340-95c3-979cba293301" providerId="ADAL" clId="{E556B27C-ADE4-4766-A96D-493CC6A7A5C4}" dt="2024-03-18T20:49:29.534" v="5" actId="47"/>
        <pc:sldMkLst>
          <pc:docMk/>
          <pc:sldMk cId="728562004" sldId="271"/>
        </pc:sldMkLst>
      </pc:sldChg>
      <pc:sldChg chg="del">
        <pc:chgData name="Gabriel Duarte" userId="aab4dbb5-f14b-4340-95c3-979cba293301" providerId="ADAL" clId="{E556B27C-ADE4-4766-A96D-493CC6A7A5C4}" dt="2024-03-18T20:49:49.362" v="6" actId="47"/>
        <pc:sldMkLst>
          <pc:docMk/>
          <pc:sldMk cId="3782965134" sldId="272"/>
        </pc:sldMkLst>
      </pc:sldChg>
      <pc:sldChg chg="del">
        <pc:chgData name="Gabriel Duarte" userId="aab4dbb5-f14b-4340-95c3-979cba293301" providerId="ADAL" clId="{E556B27C-ADE4-4766-A96D-493CC6A7A5C4}" dt="2024-03-18T20:49:50.401" v="7" actId="47"/>
        <pc:sldMkLst>
          <pc:docMk/>
          <pc:sldMk cId="1135632670" sldId="273"/>
        </pc:sldMkLst>
      </pc:sldChg>
      <pc:sldChg chg="del">
        <pc:chgData name="Gabriel Duarte" userId="aab4dbb5-f14b-4340-95c3-979cba293301" providerId="ADAL" clId="{E556B27C-ADE4-4766-A96D-493CC6A7A5C4}" dt="2024-03-18T20:49:54.890" v="9" actId="47"/>
        <pc:sldMkLst>
          <pc:docMk/>
          <pc:sldMk cId="1810068407" sldId="274"/>
        </pc:sldMkLst>
      </pc:sldChg>
      <pc:sldChg chg="del">
        <pc:chgData name="Gabriel Duarte" userId="aab4dbb5-f14b-4340-95c3-979cba293301" providerId="ADAL" clId="{E556B27C-ADE4-4766-A96D-493CC6A7A5C4}" dt="2024-03-18T20:49:19.666" v="4" actId="47"/>
        <pc:sldMkLst>
          <pc:docMk/>
          <pc:sldMk cId="3096855961" sldId="275"/>
        </pc:sldMkLst>
      </pc:sldChg>
      <pc:sldChg chg="del">
        <pc:chgData name="Gabriel Duarte" userId="aab4dbb5-f14b-4340-95c3-979cba293301" providerId="ADAL" clId="{E556B27C-ADE4-4766-A96D-493CC6A7A5C4}" dt="2024-03-18T20:49:52.046" v="8" actId="47"/>
        <pc:sldMkLst>
          <pc:docMk/>
          <pc:sldMk cId="2639493524" sldId="276"/>
        </pc:sldMkLst>
      </pc:sldChg>
      <pc:sldChg chg="ord">
        <pc:chgData name="Gabriel Duarte" userId="aab4dbb5-f14b-4340-95c3-979cba293301" providerId="ADAL" clId="{E556B27C-ADE4-4766-A96D-493CC6A7A5C4}" dt="2024-03-18T20:56:00.617" v="11"/>
        <pc:sldMkLst>
          <pc:docMk/>
          <pc:sldMk cId="2529975201" sldId="277"/>
        </pc:sldMkLst>
      </pc:sldChg>
    </pc:docChg>
  </pc:docChgLst>
</pc:chgInfo>
</file>

<file path=ppt/comments/modernComment_10B_E1CE0E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5F22A9-1671-4744-804E-FC0C6D5B8CB5}" authorId="{141CEA71-D792-6BCC-1CC8-9219C1B58129}" created="2024-03-12T21:46:12.8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88377722" sldId="267"/>
      <ac:spMk id="3" creationId="{E97E00F4-9F26-C80D-902B-CFEF9273F45A}"/>
      <ac:txMk cp="0" len="24">
        <ac:context len="25" hash="1198960726"/>
      </ac:txMk>
    </ac:txMkLst>
    <p188:pos x="1676400" y="550560"/>
    <p188:txBody>
      <a:bodyPr/>
      <a:lstStyle/>
      <a:p>
        <a:r>
          <a:rPr lang="es-ES_tradnl"/>
          <a:t>Agregar aca los QR como en el otro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81b0027a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gf81b0027a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81b0027a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gf81b0027a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6662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249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0bb1a29e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0bb1a29e4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c0bb1a29e4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322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0bb1a29e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0bb1a29e4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c0bb1a29e4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60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0bb1a29e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c0bb1a29e4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c0bb1a29e4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0bb1a29e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0bb1a29e4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2c0bb1a29e4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9584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b6ae0a0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gfb6ae0a0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charla">
  <p:cSld name="Titulo charl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f81b0027ac_1_29"/>
          <p:cNvSpPr txBox="1">
            <a:spLocks noGrp="1"/>
          </p:cNvSpPr>
          <p:nvPr>
            <p:ph type="title"/>
          </p:nvPr>
        </p:nvSpPr>
        <p:spPr>
          <a:xfrm>
            <a:off x="838200" y="22878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FAA"/>
              </a:buClr>
              <a:buSzPts val="6000"/>
              <a:buFont typeface="Calibri"/>
              <a:buNone/>
              <a:defRPr sz="6000">
                <a:solidFill>
                  <a:srgbClr val="00AFA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f81b0027ac_1_29"/>
          <p:cNvSpPr txBox="1">
            <a:spLocks noGrp="1"/>
          </p:cNvSpPr>
          <p:nvPr>
            <p:ph type="body" idx="1"/>
          </p:nvPr>
        </p:nvSpPr>
        <p:spPr>
          <a:xfrm>
            <a:off x="838200" y="3847381"/>
            <a:ext cx="10515600" cy="126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erpo de texto">
  <p:cSld name="Cuerpo de text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0a9efaae1_3_11"/>
          <p:cNvSpPr txBox="1">
            <a:spLocks noGrp="1"/>
          </p:cNvSpPr>
          <p:nvPr>
            <p:ph type="title"/>
          </p:nvPr>
        </p:nvSpPr>
        <p:spPr>
          <a:xfrm>
            <a:off x="838200" y="12814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FAA"/>
              </a:buClr>
              <a:buSzPts val="3400"/>
              <a:buFont typeface="Calibri"/>
              <a:buNone/>
              <a:defRPr sz="3400">
                <a:solidFill>
                  <a:srgbClr val="00AFA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100a9efaae1_3_11"/>
          <p:cNvSpPr txBox="1">
            <a:spLocks noGrp="1"/>
          </p:cNvSpPr>
          <p:nvPr>
            <p:ph type="body" idx="1"/>
          </p:nvPr>
        </p:nvSpPr>
        <p:spPr>
          <a:xfrm>
            <a:off x="838200" y="2606978"/>
            <a:ext cx="10515600" cy="361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g100a9efaae1_3_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g100a9efaae1_3_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750" y="220319"/>
            <a:ext cx="2743199" cy="963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95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erpo de texto">
  <p:cSld name="Cuerpo de text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0a9efaae1_3_11"/>
          <p:cNvSpPr txBox="1">
            <a:spLocks noGrp="1"/>
          </p:cNvSpPr>
          <p:nvPr>
            <p:ph type="title"/>
          </p:nvPr>
        </p:nvSpPr>
        <p:spPr>
          <a:xfrm>
            <a:off x="838200" y="12814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FAA"/>
              </a:buClr>
              <a:buSzPts val="3400"/>
              <a:buFont typeface="Calibri"/>
              <a:buNone/>
              <a:defRPr sz="3400">
                <a:solidFill>
                  <a:srgbClr val="00AFA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100a9efaae1_3_11"/>
          <p:cNvSpPr txBox="1">
            <a:spLocks noGrp="1"/>
          </p:cNvSpPr>
          <p:nvPr>
            <p:ph type="body" idx="1"/>
          </p:nvPr>
        </p:nvSpPr>
        <p:spPr>
          <a:xfrm>
            <a:off x="838200" y="2606978"/>
            <a:ext cx="10515600" cy="361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g100a9efaae1_3_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g100a9efaae1_3_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750" y="220319"/>
            <a:ext cx="2743199" cy="96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81b0027ac_1_11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700"/>
            </a:lvl9pPr>
          </a:lstStyle>
          <a:p>
            <a:endParaRPr/>
          </a:p>
        </p:txBody>
      </p:sp>
      <p:sp>
        <p:nvSpPr>
          <p:cNvPr id="76" name="Google Shape;76;gf81b0027ac_1_11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1pPr>
            <a:lvl2pPr marL="914400" lvl="1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2pPr>
            <a:lvl3pPr marL="1371600" lvl="2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3pPr>
            <a:lvl4pPr marL="1828800" lvl="3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4pPr>
            <a:lvl5pPr marL="2286000" lvl="4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5pPr>
            <a:lvl6pPr marL="2743200" lvl="5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6pPr>
            <a:lvl7pPr marL="3200400" lvl="6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7pPr>
            <a:lvl8pPr marL="3657600" lvl="7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8pPr>
            <a:lvl9pPr marL="4114800" lvl="8" indent="-31115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  <a:defRPr sz="700"/>
            </a:lvl9pPr>
          </a:lstStyle>
          <a:p>
            <a:endParaRPr/>
          </a:p>
        </p:txBody>
      </p:sp>
      <p:sp>
        <p:nvSpPr>
          <p:cNvPr id="77" name="Google Shape;77;gf81b0027ac_1_11"/>
          <p:cNvSpPr txBox="1">
            <a:spLocks noGrp="1"/>
          </p:cNvSpPr>
          <p:nvPr>
            <p:ph type="sldNum" idx="12"/>
          </p:nvPr>
        </p:nvSpPr>
        <p:spPr>
          <a:xfrm>
            <a:off x="5933720" y="6536532"/>
            <a:ext cx="319799" cy="2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f81b0027ac_1_19"/>
          <p:cNvSpPr txBox="1"/>
          <p:nvPr/>
        </p:nvSpPr>
        <p:spPr>
          <a:xfrm>
            <a:off x="0" y="1725612"/>
            <a:ext cx="242887" cy="5132387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Google Shape;11;gf81b0027ac_1_19"/>
          <p:cNvSpPr txBox="1"/>
          <p:nvPr/>
        </p:nvSpPr>
        <p:spPr>
          <a:xfrm>
            <a:off x="4665662" y="5356225"/>
            <a:ext cx="7526337" cy="1501775"/>
          </a:xfrm>
          <a:prstGeom prst="rect">
            <a:avLst/>
          </a:prstGeom>
          <a:solidFill>
            <a:srgbClr val="00AF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" name="Google Shape;12;gf81b0027ac_1_19"/>
          <p:cNvSpPr txBox="1"/>
          <p:nvPr/>
        </p:nvSpPr>
        <p:spPr>
          <a:xfrm>
            <a:off x="4868862" y="5551487"/>
            <a:ext cx="385762" cy="384175"/>
          </a:xfrm>
          <a:prstGeom prst="rect">
            <a:avLst/>
          </a:prstGeom>
          <a:solidFill>
            <a:srgbClr val="FDDF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" name="Google Shape;13;gf81b0027ac_1_19"/>
          <p:cNvGrpSpPr/>
          <p:nvPr/>
        </p:nvGrpSpPr>
        <p:grpSpPr>
          <a:xfrm>
            <a:off x="236535" y="304806"/>
            <a:ext cx="11718841" cy="566749"/>
            <a:chOff x="236580" y="305296"/>
            <a:chExt cx="11718841" cy="565561"/>
          </a:xfrm>
        </p:grpSpPr>
        <p:pic>
          <p:nvPicPr>
            <p:cNvPr id="14" name="Google Shape;14;gf81b0027ac_1_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249243" y="305296"/>
              <a:ext cx="1706178" cy="565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gf81b0027ac_1_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76824" y="305296"/>
              <a:ext cx="844952" cy="565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gf81b0027ac_1_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6580" y="305296"/>
              <a:ext cx="1917988" cy="565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Google Shape;17;gf81b0027ac_1_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gf81b0027ac_1_19"/>
          <p:cNvSpPr txBox="1">
            <a:spLocks noGrp="1"/>
          </p:cNvSpPr>
          <p:nvPr>
            <p:ph type="body" idx="1"/>
          </p:nvPr>
        </p:nvSpPr>
        <p:spPr>
          <a:xfrm>
            <a:off x="838150" y="18723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19" name="Google Shape;19;gf81b0027ac_1_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525" y="152838"/>
            <a:ext cx="2480051" cy="8706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100a9efaae1_3_0"/>
          <p:cNvGrpSpPr/>
          <p:nvPr/>
        </p:nvGrpSpPr>
        <p:grpSpPr>
          <a:xfrm>
            <a:off x="236537" y="304800"/>
            <a:ext cx="11718925" cy="566737"/>
            <a:chOff x="236580" y="305296"/>
            <a:chExt cx="11718840" cy="565561"/>
          </a:xfrm>
        </p:grpSpPr>
        <p:pic>
          <p:nvPicPr>
            <p:cNvPr id="50" name="Google Shape;50;g100a9efaae1_3_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249243" y="305296"/>
              <a:ext cx="1706177" cy="565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g100a9efaae1_3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376824" y="305296"/>
              <a:ext cx="844951" cy="565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g100a9efaae1_3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6580" y="305296"/>
              <a:ext cx="1917990" cy="5652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g100a9efaae1_3_0"/>
          <p:cNvSpPr txBox="1"/>
          <p:nvPr/>
        </p:nvSpPr>
        <p:spPr>
          <a:xfrm>
            <a:off x="9377362" y="6415087"/>
            <a:ext cx="2814637" cy="442912"/>
          </a:xfrm>
          <a:prstGeom prst="rect">
            <a:avLst/>
          </a:prstGeom>
          <a:solidFill>
            <a:srgbClr val="00AF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54;g100a9efaae1_3_0"/>
          <p:cNvSpPr txBox="1"/>
          <p:nvPr/>
        </p:nvSpPr>
        <p:spPr>
          <a:xfrm>
            <a:off x="0" y="1725612"/>
            <a:ext cx="242887" cy="5132387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g100a9efaae1_3_0"/>
          <p:cNvSpPr txBox="1"/>
          <p:nvPr/>
        </p:nvSpPr>
        <p:spPr>
          <a:xfrm>
            <a:off x="9501187" y="6510337"/>
            <a:ext cx="252412" cy="252412"/>
          </a:xfrm>
          <a:prstGeom prst="rect">
            <a:avLst/>
          </a:prstGeom>
          <a:solidFill>
            <a:srgbClr val="FDDF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g100a9efaae1_3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100a9efaae1_3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8" name="Google Shape;58;g100a9efaae1_3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f81b0027ac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300" y="304800"/>
            <a:ext cx="2817812" cy="93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f81b0027ac_1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04800"/>
            <a:ext cx="1395412" cy="93503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f81b0027ac_1_0"/>
          <p:cNvSpPr txBox="1"/>
          <p:nvPr/>
        </p:nvSpPr>
        <p:spPr>
          <a:xfrm>
            <a:off x="4665662" y="5356225"/>
            <a:ext cx="7526337" cy="1501775"/>
          </a:xfrm>
          <a:prstGeom prst="rect">
            <a:avLst/>
          </a:prstGeom>
          <a:solidFill>
            <a:srgbClr val="00AF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68;gf81b0027ac_1_0"/>
          <p:cNvSpPr txBox="1"/>
          <p:nvPr/>
        </p:nvSpPr>
        <p:spPr>
          <a:xfrm>
            <a:off x="-6350" y="1725612"/>
            <a:ext cx="1395412" cy="5132387"/>
          </a:xfrm>
          <a:prstGeom prst="rect">
            <a:avLst/>
          </a:prstGeom>
          <a:solidFill>
            <a:srgbClr val="64CB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gf81b0027ac_1_0"/>
          <p:cNvSpPr txBox="1"/>
          <p:nvPr/>
        </p:nvSpPr>
        <p:spPr>
          <a:xfrm>
            <a:off x="3124200" y="1725612"/>
            <a:ext cx="9067800" cy="344487"/>
          </a:xfrm>
          <a:prstGeom prst="rect">
            <a:avLst/>
          </a:prstGeom>
          <a:solidFill>
            <a:srgbClr val="9CDA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gf81b0027ac_1_0"/>
          <p:cNvSpPr txBox="1"/>
          <p:nvPr/>
        </p:nvSpPr>
        <p:spPr>
          <a:xfrm>
            <a:off x="4868862" y="5551487"/>
            <a:ext cx="385762" cy="384175"/>
          </a:xfrm>
          <a:prstGeom prst="rect">
            <a:avLst/>
          </a:prstGeom>
          <a:solidFill>
            <a:srgbClr val="FDDF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gf81b0027ac_1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2" name="Google Shape;72;gf81b0027ac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4211" y="2681975"/>
            <a:ext cx="5349740" cy="18781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blab.uai.c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obierno.uai.cl/diplomado/diplomado-en-ciencia-de-datos-politicas-publica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obierno.uai.cl/curso/curso-automatizacion-de-reportes-con-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aionline.uai.cl/curso/r-para-analisis-de-dato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E1CE0E7A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81b0027ac_1_32"/>
          <p:cNvSpPr txBox="1">
            <a:spLocks noGrp="1"/>
          </p:cNvSpPr>
          <p:nvPr>
            <p:ph type="title"/>
          </p:nvPr>
        </p:nvSpPr>
        <p:spPr>
          <a:xfrm>
            <a:off x="838200" y="22878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s-ES" sz="4900" dirty="0"/>
              <a:t>5ta Feria de Innovación Pública: Transformando el Estado con Ciencia de Datos e IA</a:t>
            </a:r>
            <a:br>
              <a:rPr lang="es-ES" sz="4900" dirty="0"/>
            </a:br>
            <a:endParaRPr sz="4900" dirty="0"/>
          </a:p>
        </p:txBody>
      </p:sp>
      <p:sp>
        <p:nvSpPr>
          <p:cNvPr id="83" name="Google Shape;83;gf81b0027ac_1_32"/>
          <p:cNvSpPr txBox="1">
            <a:spLocks noGrp="1"/>
          </p:cNvSpPr>
          <p:nvPr>
            <p:ph type="body" idx="1"/>
          </p:nvPr>
        </p:nvSpPr>
        <p:spPr>
          <a:xfrm>
            <a:off x="838200" y="3847381"/>
            <a:ext cx="105156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L" sz="2800" u="sng" dirty="0">
                <a:solidFill>
                  <a:schemeClr val="hlink"/>
                </a:solidFill>
                <a:hlinkClick r:id="rId3"/>
              </a:rPr>
              <a:t>https://goblab.uai.cl/</a:t>
            </a:r>
            <a:r>
              <a:rPr lang="es-CL" sz="2800" dirty="0">
                <a:solidFill>
                  <a:schemeClr val="dk1"/>
                </a:solidFill>
              </a:rPr>
              <a:t> </a:t>
            </a:r>
            <a:endParaRPr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5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81b0027ac_1_32"/>
          <p:cNvSpPr txBox="1">
            <a:spLocks noGrp="1"/>
          </p:cNvSpPr>
          <p:nvPr>
            <p:ph type="title"/>
          </p:nvPr>
        </p:nvSpPr>
        <p:spPr>
          <a:xfrm>
            <a:off x="710381" y="3113806"/>
            <a:ext cx="10515600" cy="986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5400" dirty="0"/>
              <a:t>Taller: </a:t>
            </a:r>
            <a:r>
              <a:rPr lang="en-US" sz="5400" dirty="0" err="1"/>
              <a:t>Visualización</a:t>
            </a:r>
            <a:r>
              <a:rPr lang="en-US" sz="5400" dirty="0"/>
              <a:t> de </a:t>
            </a:r>
            <a:r>
              <a:rPr lang="en-US" sz="5400" dirty="0" err="1"/>
              <a:t>datos</a:t>
            </a:r>
            <a:r>
              <a:rPr lang="en-US" sz="5400" dirty="0"/>
              <a:t> con R</a:t>
            </a:r>
            <a:br>
              <a:rPr lang="en-US" sz="5400" dirty="0"/>
            </a:br>
            <a:br>
              <a:rPr lang="en-US" sz="5400" dirty="0"/>
            </a:br>
            <a:endParaRPr sz="5400" dirty="0"/>
          </a:p>
        </p:txBody>
      </p:sp>
      <p:sp>
        <p:nvSpPr>
          <p:cNvPr id="83" name="Google Shape;83;gf81b0027ac_1_32"/>
          <p:cNvSpPr txBox="1">
            <a:spLocks noGrp="1"/>
          </p:cNvSpPr>
          <p:nvPr>
            <p:ph type="body" idx="1"/>
          </p:nvPr>
        </p:nvSpPr>
        <p:spPr>
          <a:xfrm>
            <a:off x="838200" y="3847381"/>
            <a:ext cx="105156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Gabriel Duarte</a:t>
            </a:r>
            <a:endParaRPr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5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6446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captura de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763E4C9E-AE9C-C5C5-4CEB-EDBF477CD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F84474D-367D-DFDF-0963-D3F340706C9C}"/>
              </a:ext>
            </a:extLst>
          </p:cNvPr>
          <p:cNvSpPr txBox="1"/>
          <p:nvPr/>
        </p:nvSpPr>
        <p:spPr>
          <a:xfrm>
            <a:off x="267855" y="633478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https://gobierno.uai.cl/diplomado/diplomado-en-ciencia-de-datos-politicas-publicas/</a:t>
            </a:r>
            <a:r>
              <a:rPr lang="es-CL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FBCB9B-B173-EE9D-F11A-6016719C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809" y="1265382"/>
            <a:ext cx="5738091" cy="4793674"/>
          </a:xfrm>
        </p:spPr>
        <p:txBody>
          <a:bodyPr/>
          <a:lstStyle/>
          <a:p>
            <a:r>
              <a:rPr lang="es-ES_tradnl" dirty="0"/>
              <a:t>Martes 18.30 a 21.50 </a:t>
            </a:r>
            <a:r>
              <a:rPr lang="es-ES_tradnl" dirty="0" err="1"/>
              <a:t>hrs</a:t>
            </a:r>
            <a:r>
              <a:rPr lang="es-ES_tradnl" dirty="0"/>
              <a:t>, sábados 9 a 12.20 </a:t>
            </a:r>
            <a:r>
              <a:rPr lang="es-ES_tradnl" dirty="0" err="1"/>
              <a:t>hrs</a:t>
            </a:r>
            <a:endParaRPr lang="es-ES_tradnl" dirty="0"/>
          </a:p>
          <a:p>
            <a:r>
              <a:rPr lang="es-ES_tradnl" b="1" dirty="0"/>
              <a:t>Inicio: </a:t>
            </a:r>
            <a:r>
              <a:rPr lang="es-ES_tradnl" dirty="0"/>
              <a:t>7 mayo</a:t>
            </a:r>
          </a:p>
          <a:p>
            <a:r>
              <a:rPr lang="es-ES_tradnl" dirty="0"/>
              <a:t>8ª edición</a:t>
            </a:r>
          </a:p>
          <a:p>
            <a:pPr marL="228600" indent="0" algn="l"/>
            <a:r>
              <a:rPr lang="es-ES" b="1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Módulos: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Nivelación: Introducción a R para Análisis de Datos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Introducción a Ciencia de Datos para Políticas Públicas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Nivelación Estadística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Análisis de Datos y Estadística Computacional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</a:t>
            </a:r>
            <a:r>
              <a:rPr lang="es-ES" sz="1800" i="0" dirty="0" err="1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endParaRPr lang="es-ES" sz="1800" i="0" dirty="0">
              <a:solidFill>
                <a:srgbClr val="54535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Text </a:t>
            </a:r>
            <a:r>
              <a:rPr lang="es-ES" sz="1800" i="0" dirty="0" err="1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Mining</a:t>
            </a:r>
            <a:endParaRPr lang="es-ES" sz="1800" i="0" dirty="0">
              <a:solidFill>
                <a:srgbClr val="54535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 err="1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Geoanálisis</a:t>
            </a:r>
            <a:endParaRPr lang="es-ES" sz="1800" i="0" dirty="0">
              <a:solidFill>
                <a:srgbClr val="54535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s-ES" sz="180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Taller aplicado de Ciencia de Datos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endParaRPr lang="es-ES" i="0" dirty="0">
              <a:solidFill>
                <a:srgbClr val="54535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endParaRPr lang="es-ES" i="0" dirty="0">
              <a:solidFill>
                <a:srgbClr val="54535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32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00F4-9F26-C80D-902B-CFEF9273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68582"/>
            <a:ext cx="5738091" cy="4793674"/>
          </a:xfrm>
        </p:spPr>
        <p:txBody>
          <a:bodyPr/>
          <a:lstStyle/>
          <a:p>
            <a:r>
              <a:rPr lang="es-ES_tradnl" dirty="0"/>
              <a:t>Martes 17.30 a 20.50 </a:t>
            </a:r>
            <a:r>
              <a:rPr lang="es-ES_tradnl" dirty="0" err="1"/>
              <a:t>hrs</a:t>
            </a:r>
            <a:endParaRPr lang="es-ES_tradnl" dirty="0"/>
          </a:p>
          <a:p>
            <a:r>
              <a:rPr lang="es-ES_tradnl" b="1" dirty="0"/>
              <a:t>Inicio: </a:t>
            </a:r>
            <a:r>
              <a:rPr lang="es-ES_tradnl" dirty="0"/>
              <a:t>7 mayo</a:t>
            </a:r>
          </a:p>
          <a:p>
            <a:r>
              <a:rPr lang="es-ES_tradnl" b="1" dirty="0"/>
              <a:t>Profesor: </a:t>
            </a:r>
            <a:r>
              <a:rPr lang="es-ES_tradnl" dirty="0"/>
              <a:t>Pablo Aguirre</a:t>
            </a:r>
          </a:p>
          <a:p>
            <a:pPr marL="228600" indent="0" algn="l"/>
            <a:r>
              <a:rPr lang="es-ES" b="1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Objetivos: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Profundizar en el uso de técnicas de programación en R para el manejo y visualización de datos en el contexto de crear reportes.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Conocer los distintos componentes de un documento reproducible usando R </a:t>
            </a:r>
            <a:r>
              <a:rPr lang="es-ES" sz="1800" b="0" i="0" dirty="0" err="1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y cómo combinar estos para la generación de documentos.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Aprender a utilizar la parametrización de documentos para automatizar la generación de estos.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Conocer las opciones de personalización que R y </a:t>
            </a:r>
            <a:r>
              <a:rPr lang="es-ES" sz="1800" b="0" i="0" dirty="0" err="1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es-ES" sz="1800" b="0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ofrecen y cómo incluir estas en sus reportes.</a:t>
            </a:r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F8E5A63-8AE5-E95F-8B69-CF6A4BDF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D3CA382-B2D2-922C-D382-091F10D20D9C}"/>
              </a:ext>
            </a:extLst>
          </p:cNvPr>
          <p:cNvSpPr txBox="1"/>
          <p:nvPr/>
        </p:nvSpPr>
        <p:spPr>
          <a:xfrm>
            <a:off x="923636" y="65502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https://gobierno.uai.cl/curso/curso-automatizacion-de-reportes-con-r/</a:t>
            </a:r>
            <a:r>
              <a:rPr lang="es-CL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437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00F4-9F26-C80D-902B-CFEF9273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490" y="2375295"/>
            <a:ext cx="5738091" cy="4451927"/>
          </a:xfrm>
        </p:spPr>
        <p:txBody>
          <a:bodyPr/>
          <a:lstStyle/>
          <a:p>
            <a:r>
              <a:rPr lang="es-ES_tradnl" b="1" dirty="0"/>
              <a:t>Modalidad: online asincrónico</a:t>
            </a:r>
          </a:p>
          <a:p>
            <a:r>
              <a:rPr lang="es-ES_tradnl" b="1" dirty="0"/>
              <a:t>Profesor: </a:t>
            </a:r>
            <a:r>
              <a:rPr lang="es-ES_tradnl" dirty="0"/>
              <a:t>Pablo Aguirre</a:t>
            </a:r>
          </a:p>
          <a:p>
            <a:pPr marL="228600" indent="0" algn="l"/>
            <a:r>
              <a:rPr lang="es-ES" b="1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Objetivos:</a:t>
            </a:r>
          </a:p>
          <a:p>
            <a:pPr marL="228600" indent="0" algn="l"/>
            <a:r>
              <a:rPr lang="es-ES" i="0" dirty="0">
                <a:solidFill>
                  <a:srgbClr val="54535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 este curso se pondrán en práctica herramientas de manejo de datos a través del uso del lenguaje de programación R, preparando al estudiante para una adecuada aplicación e interpretación de análisis que conduzca a resultados que contribuyan de forma eficiente a las tareas que se quieran realizar.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B8FD5-ED1D-7A28-74B9-98413439DACC}"/>
              </a:ext>
            </a:extLst>
          </p:cNvPr>
          <p:cNvSpPr txBox="1"/>
          <p:nvPr/>
        </p:nvSpPr>
        <p:spPr>
          <a:xfrm>
            <a:off x="810490" y="643625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hlinkClick r:id="rId3"/>
              </a:rPr>
              <a:t>https://uaionline.uai.cl/curso/r-para-analisis-de-datos</a:t>
            </a:r>
            <a:r>
              <a:rPr lang="es-CL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1D9687-6DB5-9559-2FF0-9BC1FFAB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1415"/>
            <a:ext cx="10515600" cy="1325563"/>
          </a:xfrm>
        </p:spPr>
        <p:txBody>
          <a:bodyPr/>
          <a:lstStyle/>
          <a:p>
            <a:r>
              <a:rPr lang="es-ES_tradnl" dirty="0"/>
              <a:t>Curso Introducción a R para Análisis de Datos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24CA0A-D127-1AD0-F5FC-F4C85EB20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490" y="2606978"/>
            <a:ext cx="5084578" cy="270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97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79F6257-8F67-5DED-3473-57DDF56124BF}"/>
              </a:ext>
            </a:extLst>
          </p:cNvPr>
          <p:cNvGrpSpPr/>
          <p:nvPr/>
        </p:nvGrpSpPr>
        <p:grpSpPr>
          <a:xfrm>
            <a:off x="1242300" y="2309413"/>
            <a:ext cx="9193975" cy="4548586"/>
            <a:chOff x="1242300" y="2309413"/>
            <a:chExt cx="9193975" cy="4548586"/>
          </a:xfrm>
        </p:grpSpPr>
        <p:pic>
          <p:nvPicPr>
            <p:cNvPr id="151" name="Google Shape;151;g2c0bb1a29e4_0_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42300" y="2309425"/>
              <a:ext cx="4548574" cy="4548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g2c0bb1a29e4_0_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96175" y="2309413"/>
              <a:ext cx="3840100" cy="3840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g2c0bb1a29e4_0_52"/>
          <p:cNvSpPr txBox="1">
            <a:spLocks noGrp="1"/>
          </p:cNvSpPr>
          <p:nvPr>
            <p:ph type="title"/>
          </p:nvPr>
        </p:nvSpPr>
        <p:spPr>
          <a:xfrm>
            <a:off x="838200" y="112901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Súmate a los demás talleres de nuestra feria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661-439A-F94C-9E73-E50E94DC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1415"/>
            <a:ext cx="10515600" cy="1325563"/>
          </a:xfrm>
        </p:spPr>
        <p:txBody>
          <a:bodyPr/>
          <a:lstStyle/>
          <a:p>
            <a:r>
              <a:rPr lang="es-ES_tradnl" dirty="0"/>
              <a:t>Síguenos en nuestras redes sociales y entérate de todos nuestros eventos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00F4-9F26-C80D-902B-CFEF9273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06978"/>
            <a:ext cx="10515600" cy="3612847"/>
          </a:xfrm>
        </p:spPr>
        <p:txBody>
          <a:bodyPr/>
          <a:lstStyle/>
          <a:p>
            <a:r>
              <a:rPr lang="es-ES_tradnl" dirty="0"/>
              <a:t>X / Twitter: </a:t>
            </a:r>
          </a:p>
          <a:p>
            <a:r>
              <a:rPr lang="es-ES_tradnl" dirty="0" err="1"/>
              <a:t>LinkedIN</a:t>
            </a:r>
            <a:r>
              <a:rPr lang="es-ES_tradnl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7883777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00AEA9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Tema de Office">
  <a:themeElements>
    <a:clrScheme name="Personalizados 1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00AEA9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e Office">
  <a:themeElements>
    <a:clrScheme name="Personalizados 1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00AEA9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315</Words>
  <Application>Microsoft Office PowerPoint</Application>
  <PresentationFormat>Panorámica</PresentationFormat>
  <Paragraphs>43</Paragraphs>
  <Slides>8</Slides>
  <Notes>8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Calibri</vt:lpstr>
      <vt:lpstr>Arial</vt:lpstr>
      <vt:lpstr>Helvetica Neue Light</vt:lpstr>
      <vt:lpstr>Trebuchet MS</vt:lpstr>
      <vt:lpstr>2_Tema de Office</vt:lpstr>
      <vt:lpstr>3_Tema de Office</vt:lpstr>
      <vt:lpstr>1_Tema de Office</vt:lpstr>
      <vt:lpstr>5ta Feria de Innovación Pública: Transformando el Estado con Ciencia de Datos e IA </vt:lpstr>
      <vt:lpstr>Taller: Visualización de datos con R  </vt:lpstr>
      <vt:lpstr>Presentación de PowerPoint</vt:lpstr>
      <vt:lpstr>Presentación de PowerPoint</vt:lpstr>
      <vt:lpstr>Curso Introducción a R para Análisis de Datos</vt:lpstr>
      <vt:lpstr>Súmate a los demás talleres de nuestra feria </vt:lpstr>
      <vt:lpstr>Síguenos en nuestras redes sociales y entérate de todos nuestros eventos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Conversatorio 8M: Mujeres del futuro: Desafíos en la Implementación de la Inteligencia Artificial</dc:title>
  <dc:creator>MSA</dc:creator>
  <cp:lastModifiedBy>Gabriel Duarte</cp:lastModifiedBy>
  <cp:revision>8</cp:revision>
  <dcterms:created xsi:type="dcterms:W3CDTF">2020-08-24T23:19:21Z</dcterms:created>
  <dcterms:modified xsi:type="dcterms:W3CDTF">2024-03-18T21:06:40Z</dcterms:modified>
</cp:coreProperties>
</file>